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Mott" userId="98acc0cc-f1c6-4c8a-b547-7f564c5b914b" providerId="ADAL" clId="{AEC600A2-3B9D-49DA-A8D2-ED42A743221E}"/>
    <pc:docChg chg="custSel modSld">
      <pc:chgData name="Edward Mott" userId="98acc0cc-f1c6-4c8a-b547-7f564c5b914b" providerId="ADAL" clId="{AEC600A2-3B9D-49DA-A8D2-ED42A743221E}" dt="2026-05-13T11:34:41.184" v="79" actId="20577"/>
      <pc:docMkLst>
        <pc:docMk/>
      </pc:docMkLst>
      <pc:sldChg chg="modSp mod">
        <pc:chgData name="Edward Mott" userId="98acc0cc-f1c6-4c8a-b547-7f564c5b914b" providerId="ADAL" clId="{AEC600A2-3B9D-49DA-A8D2-ED42A743221E}" dt="2026-05-13T11:34:41.184" v="79" actId="20577"/>
        <pc:sldMkLst>
          <pc:docMk/>
          <pc:sldMk cId="737969739" sldId="256"/>
        </pc:sldMkLst>
        <pc:spChg chg="mod">
          <ac:chgData name="Edward Mott" userId="98acc0cc-f1c6-4c8a-b547-7f564c5b914b" providerId="ADAL" clId="{AEC600A2-3B9D-49DA-A8D2-ED42A743221E}" dt="2026-05-13T11:34:41.184" v="79" actId="20577"/>
          <ac:spMkLst>
            <pc:docMk/>
            <pc:sldMk cId="737969739" sldId="256"/>
            <ac:spMk id="2" creationId="{8BD3E25A-E2F8-77CE-B7FD-03F8638E0D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81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92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48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66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46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58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76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3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4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1C8A3-0454-4E47-89B2-59EA763B6CA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CC399-5BAF-40CF-874B-C4E5693335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79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E25A-E2F8-77CE-B7FD-03F8638E0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736594"/>
            <a:ext cx="5829300" cy="3448756"/>
          </a:xfrm>
        </p:spPr>
        <p:txBody>
          <a:bodyPr/>
          <a:lstStyle/>
          <a:p>
            <a:r>
              <a:rPr lang="en-GB" dirty="0"/>
              <a:t>Laser welding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DCE60-5BDF-AFF8-F298-00D4DC46D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7318347"/>
            <a:ext cx="5143500" cy="2391656"/>
          </a:xfrm>
        </p:spPr>
        <p:txBody>
          <a:bodyPr/>
          <a:lstStyle/>
          <a:p>
            <a:r>
              <a:rPr lang="en-GB" dirty="0"/>
              <a:t>Version 1</a:t>
            </a:r>
          </a:p>
          <a:p>
            <a:r>
              <a:rPr lang="en-GB" dirty="0"/>
              <a:t>Author: Ted Mott</a:t>
            </a:r>
          </a:p>
          <a:p>
            <a:r>
              <a:rPr lang="en-GB" dirty="0"/>
              <a:t>Date: 23.02.2026</a:t>
            </a:r>
          </a:p>
        </p:txBody>
      </p:sp>
    </p:spTree>
    <p:extLst>
      <p:ext uri="{BB962C8B-B14F-4D97-AF65-F5344CB8AC3E}">
        <p14:creationId xmlns:p14="http://schemas.microsoft.com/office/powerpoint/2010/main" val="73796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4C4F-9281-B1F7-A530-1159726F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7FA9D-3093-961C-C27F-22DD7D62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32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11</Words>
  <Application>Microsoft Office PowerPoint</Application>
  <PresentationFormat>A4 Paper (210x297 mm)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Laser welding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Mott</dc:creator>
  <cp:lastModifiedBy>Edward Mott</cp:lastModifiedBy>
  <cp:revision>3</cp:revision>
  <dcterms:created xsi:type="dcterms:W3CDTF">2026-02-23T14:35:05Z</dcterms:created>
  <dcterms:modified xsi:type="dcterms:W3CDTF">2026-05-13T11:34:42Z</dcterms:modified>
</cp:coreProperties>
</file>